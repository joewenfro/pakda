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58351" y="1383275"/>
            <a:ext cx="4427300" cy="685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PAKDA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024942" y="2297576"/>
            <a:ext cx="3094117" cy="40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 WiFi Inteligente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206716" y="2849893"/>
            <a:ext cx="4730403" cy="266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empresarial de monetización WiFi automática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761702" y="3573529"/>
            <a:ext cx="1620431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2.0 • Febrero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4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325728"/>
            <a:ext cx="7620166" cy="1999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PAKDA y por qué lo necesita?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y componentes del sistema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empresariales clave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 y aplicaciones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e implementación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Desafío del WiFi Tradicional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6"/>
            <a:ext cx="7620166" cy="157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manual de usuarios y contraseñas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Imposible monetizar el acceso WiFi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control de tiempos y consumo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 de pago y activación desconectados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4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PAKDA: La Solución Integral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249495"/>
            <a:ext cx="7924933" cy="47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automatizado de hotspot WiFi con pasarela de pagos integrada que permite monetizar el acceso a internet en menos de 30 segundos.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301" y="1957917"/>
            <a:ext cx="7620166" cy="1154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 y activación 100% automática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total de usuarios y tiempos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completa con Culqi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325728"/>
            <a:ext cx="7924933" cy="10406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2366367"/>
            <a:ext cx="7924933" cy="10406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3635541"/>
            <a:ext cx="7924933" cy="10406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534" y="4676182"/>
            <a:ext cx="7924933" cy="10406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Sistema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068" y="1554263"/>
            <a:ext cx="7617222" cy="228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MikroTik Router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8068" y="1935098"/>
            <a:ext cx="7617222" cy="202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Hotspot WiFi y control de acceso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38068" y="2594902"/>
            <a:ext cx="7617222" cy="228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RADIUS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8068" y="2975737"/>
            <a:ext cx="7617222" cy="202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y gestión de sesiones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38068" y="3864076"/>
            <a:ext cx="7617222" cy="228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8068" y="4244911"/>
            <a:ext cx="7617222" cy="202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de pago y gestión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38068" y="4904715"/>
            <a:ext cx="7617222" cy="228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Culqi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8068" y="5285549"/>
            <a:ext cx="7617222" cy="202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Procesamiento de pagos online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3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del Usuario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3"/>
            <a:ext cx="7620166" cy="1999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se conecta al WiFi abierto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redirige a portal de pago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Selecciona plan y paga con tarjeta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Activación automática en 30 segundos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internet según plan adquirido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1325726"/>
            <a:ext cx="7924933" cy="184745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34" y="3173181"/>
            <a:ext cx="7924933" cy="184745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34" y="609533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Planes Configurables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41147" y="1630493"/>
            <a:ext cx="746170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2 Horas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41147" y="2102776"/>
            <a:ext cx="7461707" cy="40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 5.00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841147" y="2655094"/>
            <a:ext cx="7461707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para uso casual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147" y="3477948"/>
            <a:ext cx="746170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Ilimitado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41147" y="3950229"/>
            <a:ext cx="7461707" cy="40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 6.00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41147" y="4502546"/>
            <a:ext cx="7461707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días completos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3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Empresariales (1/2)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3"/>
            <a:ext cx="7620166" cy="157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Monetización automática del WiFi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intervención manual en activaciones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Pagos seguros con Culqi (PCI compliant)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total de tiempos y sesiones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Empresariales (2/2)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6"/>
            <a:ext cx="7620166" cy="157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Estadísticas detalladas de uso y consumo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múltiples planes flexibles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Desconexión automática por tiempo o inactividad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Escalable para múltiples ubicaciones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 Técnicas Clave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6"/>
            <a:ext cx="7620166" cy="157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RADIUS con FreeRADIUS y MariaDB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en tiempo real para activación instantánea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ancho de banda por perfil (10Mbps)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por inactividad (30 minutos)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0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y Confiabilidad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1"/>
            <a:ext cx="7620166" cy="157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HTTP en webhooks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Certificados SSL activos en todo el flujo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completos de auditoría y accounting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de pagos en tiempo real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0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 Ideales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1"/>
            <a:ext cx="7620166" cy="157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Buses de transporte interprovincial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Cafeterías y restaurantes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Hoteles y hostales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Centros comerciales y plazas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0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de Inversión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249491"/>
            <a:ext cx="8083431" cy="239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Bus con 40 pasajeros promedio por viaje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301" y="1717970"/>
            <a:ext cx="7620166" cy="1154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pasajeros compran Plan 2h: S/ 100.00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pasajeros compran Plan Ilimitado: S/ 60.00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 por viaje: S/ 160.00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0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Requerida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6"/>
            <a:ext cx="7620166" cy="157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MikroTik RB4011: Aprox. S/ 1,200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con RADIUS: S/ 20-40 mensuales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y SSL: S/ 50-100 anuales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Comisión Culqi: 3.99% + S/ 0.50 por transacción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de Implementación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6"/>
            <a:ext cx="7620166" cy="1999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Instalación de VPS con FreeRADIUS y MySQL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de MikroTik y hotspot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Instalación de WordPress con plugins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de Culqi y webhook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y puesta en producción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y Mantenimiento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6"/>
            <a:ext cx="7620166" cy="157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técnica completa incluida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Manuales de instalación y operación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de diagnóstico y troubleshooting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logs para auditoría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 Competitivas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496"/>
            <a:ext cx="7620166" cy="157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Activación en menos de 30 segundos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automatizado, sin intervención humana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 probada y estable (v2.0)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nativa con pasarela peruana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5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Elegir PAKDA?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34" y="1325733"/>
            <a:ext cx="7924933" cy="609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completo, probado y documentado que transforma su WiFi en una fuente de ingresos automática sin complicaciones técnicas.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534" y="2240031"/>
            <a:ext cx="8083431" cy="239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Comience a monetizar su WiFi hoy mismo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1318" y="1505155"/>
            <a:ext cx="2021364" cy="54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904734" y="2358600"/>
            <a:ext cx="1334532" cy="319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33251" y="2906948"/>
            <a:ext cx="2677498" cy="239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PAKDA Hotspot WiFi v2.0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44754" y="3451659"/>
            <a:ext cx="854492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pakda.com.pe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2026-02-26T04:47:29Z</dcterms:created>
  <dcterms:modified xsi:type="dcterms:W3CDTF">2026-02-26T04:47:29Z</dcterms:modified>
</cp:coreProperties>
</file>